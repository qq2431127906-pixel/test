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大家好，今天我将向大家介绍“学术论文辅助写作智能体”项目最新增添的功能模块。这些新功能旨在进一步提升论文写作的效率和规范性。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本次汇报将分为三个部分。首先，我们将概览本次新增的四大功能模块。接着，会深入详解每个功能的具体应用。最后，将介绍我们下一步的工作计划。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本次我们新增了三大功能模块，分别是格式校对、查重风险提醒以及公式识别与转换。这些功能精准地解决了论文写作中关于格式规范、原创性保障和专业内容编辑的痛点。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格式校对”模块。它包含两个实用功能：一是“参考文献自动生成”，可以根据国标自动生成规范的参考文献；二是“格式检查”，能够自动识别并提示标题、图表、公式等格式问题，确保论文格式规范统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第二个新增功能是“查重风险提醒”。该功能可以对论文段落进行语义层面的查重分析，并提供针对性的降重建议和改写示例。这能帮助用户在论文提交前有效识别并降低重复率，提升论文的原创性。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新增功能是“公式识别与转换”。这个功能非常实用，用户可以通过截图或上传图片的方式，让系统自动识别图片中的公式，并将其转换为MathML、LaTeX等可编辑的格式。这极大地简化了处理复杂公式的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的下一步计划主要有三点：首先，对现有功能模块进行深度优化，提升性能和准确率。其次，我们将在更多模块中增添截图上传功能，让交互更便捷。最后，我们计划开发公式识别的手写模块，为用户提供更灵活的公式输入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我的汇报到此结束，感谢大家的聆听。我们相信，通过不断的功能迭代和优化，学术论文辅助写作智能体将为科研人员提供更强大、更便捷的写作支持。现在是问答环节，欢迎大家提问。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3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14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学术论文辅助写作智能体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新增功能介绍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汇报人：AI内容规划助手    |    日期：2026年3月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新增功能概览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54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937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全面梳理本次迭代的四大核心功能模块，从用户需求出发，构建更完整、更贴合业务场景的产品功能体系，为用户提供一站式解决方案。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66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229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功能详解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54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937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深入拆解每个功能的核心逻辑、操作流程与应用场景，结合实际案例展示功能价值，帮助用户快速理解并掌握产品的核心优势与使用方法。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667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678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下一步计划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54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9370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基于用户反馈与市场趋势，规划后续功能优化方向与长期发展路线，明确阶段性目标与关键里程碑，持续迭代以提升产品竞争力。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以用户价值为核心，通过功能创新与体验升级，构建可持续发展的产品生态体系，驱动业务增长与效率提升。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新增功能概览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本次更新聚焦学术写作核心痛点，新增三大核心功能模块，全方位完善从格式规范、原创性保障到专业内容表达的全流程辅助体系，提升论文撰写效率与质量。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56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556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格式智能校对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508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自动识别参考文献样式，一键生成标准格式并进行深度合规检查，解决论文排版格式不规范的繁琐问题。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302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556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3556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查重风险预警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508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实时扫描论文段落，智能识别高风险重复内容，并提供针对性的语句改写与降重建议，保障原创性。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302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3556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3556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公式识别转换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4508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支持截图或图片上传，精准识别复杂数学公式，快速转换为LaTeX等可编辑格式，提升专业内容录入效率。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核心价值：覆盖论文写作全流程关键环节，以智能化手段降低格式处理成本，规避学术风险，优化专业表达。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功能详解：格式校对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3541" r="13541"/>
          <a:stretch>
            <a:fillRect/>
          </a:stretch>
        </p:blipFill>
        <p:spPr>
          <a:xfrm>
            <a:off x="952500" y="2095500"/>
            <a:ext cx="2222500" cy="171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3365500" y="2095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/ 参考文献自动生成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6"/>
            </p:custDataLst>
          </p:nvPr>
        </p:nvCxnSpPr>
        <p:spPr>
          <a:xfrm rot="-17629">
            <a:off x="3365516" y="2597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3365500" y="27305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严格遵循国标 GB/T 7714-2015 规范，自动处理文献著录规则，告别手动排版的繁琐与格式错误，确保参考文献列表标准化、规范化。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4191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1079500" y="4318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操作极简高效：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仅需输入文献类型、作者、标题、发表期刊/年份等关键信息，系统即可一键解析并生成符合出版要求的标准参考文献格式，大幅提升排版效率。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865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3541" r="13541"/>
          <a:stretch>
            <a:fillRect/>
          </a:stretch>
        </p:blipFill>
        <p:spPr>
          <a:xfrm>
            <a:off x="6477000" y="2095500"/>
            <a:ext cx="2222500" cy="171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8890000" y="2095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/ 全维度格式智能检查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4"/>
            </p:custDataLst>
          </p:nvPr>
        </p:nvCxnSpPr>
        <p:spPr>
          <a:xfrm rot="-17629">
            <a:off x="8890016" y="2597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8890000" y="27305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对论文的标题层级、图表编号样式、公式排版规范进行全方位自动扫描，精准识别格式不统一、不规范的细节问题，保障论文格式严谨性。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477000" y="4191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6604000" y="4318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多模态识别校验：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支持粘贴文本或上传文档截图两种方式，系统自动分析语义与版式，实时高亮提示不规范处并给出修改建议，让格式修改有据可依。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795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5994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918200"/>
            <a:ext cx="10033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通过自动化的格式校对流程，从参考文献到正文版式实现全链路规范管控，彻底解决人工排版易出错、耗时长的痛点，提升学术写作的专业质感。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功能详解：查重风险提醒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762000" y="1905000"/>
            <a:ext cx="5080000" cy="3302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直观的查重分析界面，实时高亮重复高风险段落，让论文原创性问题一目了然，辅助用户精准定位修改方向。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4127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905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2057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02500" y="20066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智能语义分析，精准识别风险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476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摒弃传统关键词比对，基于深层语义分析技术检测重复风险，不仅识别文字重复，更能发现句式与逻辑的相似性，检测结果更全面、更精准。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302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330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3454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02500" y="34036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一键粘贴分析，提供改写示例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3873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用户只需粘贴论文段落，系统即刻完成分析并高亮高风险区域，同时提供符合学术规范的降重改写参考文本，让修改过程高效又省心。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699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469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4851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02500" y="48006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规避投稿风险，提升原创高度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5270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在论文提交前主动排查并降低重复率，从源头规避学术不端风险，切实提升论文的原创性，为顺利投稿和发表保驾护航。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功能详解：公式识别与转换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762000" y="1905000"/>
            <a:ext cx="5080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可视化识别界面支持实时预览识别进程，自动捕捉图片中的公式逻辑结构，将复杂的图像信息精准转化为可编辑的数字公式，操作直观高效。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4127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905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7200" y="20574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02500" y="20320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多模态公式智能识别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07200" y="2540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支持截图、上传图片或PDF导入等多种方式，自动解析各类复杂数学、物理公式的结构，无需人工逐字录入，大幅降低操作门槛。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4925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3492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7200" y="36449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02500" y="36195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全主流格式兼容输出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07200" y="4127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识别结果可直接导出为MathML、LaTeX、Word公式等标准格式，完美适配LaTeX编辑器、Microsoft Word及各类学术排版工具，实现无缝迁移。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50800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7200" y="5232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02500" y="52070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重塑学术内容创作效率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07200" y="5715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彻底告别手动输入复杂公式的繁琐与易错，将文献引用、公式整理的时间成本降至最低，让科研工作者专注于内容创作本身。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下一步计划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基于当前的功能，我们规划了下一步的工作，旨在持续提升产品体验和功能深度，通过技术迭代与交互优化，为用户创造更高效、更灵活的使用场景。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78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302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55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功能模块深度优化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5211">
            <a:off x="1016014" y="418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3815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对现有功能模块进行系统性重构，提升整体运行性能与稳定性；优化核心算法，显著提高格式识别、智能查重分析及复杂公式转换的准确率。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3302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942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355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56200" y="355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拓展截图上传交互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211">
            <a:off x="4648214" y="418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48200" y="43815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在格式检查、内容润色等高频模块中引入截图上传功能，支持用户直接截取屏幕内容进行解析处理，简化操作流程，提供更便捷、直观的交互方式。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3302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330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3556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88400" y="355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手写公式识别模块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280414" y="418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80400" y="43815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开发手写公式识别核心能力，允许用户通过触控或鼠标手写输入各类复杂数学公式，突破键盘输入的局限，进一步提升学术与专业场景的输入灵活性。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969000"/>
            <a:ext cx="106426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60706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核心目标：以用户需求为导向，通过技术升级与功能拓展，打造更智能、更易用的产品体验闭环。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2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3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4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5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6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7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8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9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10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11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12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13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ags/tag14.xml><?xml version="1.0" encoding="utf-8"?>
<p:tagLst xmlns:p="http://schemas.openxmlformats.org/presentationml/2006/main">
  <p:tag name="KSO_WM_DIAGRAM_VIRTUALLY_FRAME" val="{&quot;height&quot;:290,&quot;left&quot;:60,&quot;top&quot;:150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1871</Words>
  <Application>WPS 演示</Application>
  <PresentationFormat/>
  <Paragraphs>108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Saturday Sans Regular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思世才</cp:lastModifiedBy>
  <cp:revision>1</cp:revision>
  <dcterms:created xsi:type="dcterms:W3CDTF">2026-06-02T04:46:07Z</dcterms:created>
  <dcterms:modified xsi:type="dcterms:W3CDTF">2026-06-02T04:46:07Z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{"Label":"1","ContentProducer":"001191110102MACQD9K64010000","ProduceID":"7646649675068509393","ReservedCode1":"","ContentPropagator":"","PropagateID":"","ReservedCode2":""}</vt:lpwstr>
  </property>
  <property fmtid="{D5CDD505-2E9C-101B-9397-08002B2CF9AE}" pid="3" name="ICV">
    <vt:lpwstr>2A63889EA7F8491B9F1F656B21D2841D_12</vt:lpwstr>
  </property>
  <property fmtid="{D5CDD505-2E9C-101B-9397-08002B2CF9AE}" pid="4" name="KSOProductBuildVer">
    <vt:lpwstr>2052-12.1.0.23542</vt:lpwstr>
  </property>
</Properties>
</file>